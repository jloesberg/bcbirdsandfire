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72F1B-9BF8-4BB7-96A0-D4E54D9673EC}" v="20" dt="2025-11-07T02:31:15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esberg, Jenna" userId="ac7a2a9b-e278-44b9-8357-d03c51807315" providerId="ADAL" clId="{93544B56-5117-4747-A40E-F9F174E32767}"/>
    <pc:docChg chg="undo custSel addSld modSld">
      <pc:chgData name="Loesberg, Jenna" userId="ac7a2a9b-e278-44b9-8357-d03c51807315" providerId="ADAL" clId="{93544B56-5117-4747-A40E-F9F174E32767}" dt="2025-11-07T02:31:46.651" v="571" actId="20577"/>
      <pc:docMkLst>
        <pc:docMk/>
      </pc:docMkLst>
      <pc:sldChg chg="addSp delSp modSp new mod">
        <pc:chgData name="Loesberg, Jenna" userId="ac7a2a9b-e278-44b9-8357-d03c51807315" providerId="ADAL" clId="{93544B56-5117-4747-A40E-F9F174E32767}" dt="2025-11-07T02:31:46.651" v="571" actId="20577"/>
        <pc:sldMkLst>
          <pc:docMk/>
          <pc:sldMk cId="937323211" sldId="256"/>
        </pc:sldMkLst>
        <pc:spChg chg="del">
          <ac:chgData name="Loesberg, Jenna" userId="ac7a2a9b-e278-44b9-8357-d03c51807315" providerId="ADAL" clId="{93544B56-5117-4747-A40E-F9F174E32767}" dt="2025-11-07T02:16:34.911" v="1" actId="478"/>
          <ac:spMkLst>
            <pc:docMk/>
            <pc:sldMk cId="937323211" sldId="256"/>
            <ac:spMk id="2" creationId="{47A8D4DB-DA71-E59A-61DD-6C606F4FC3EC}"/>
          </ac:spMkLst>
        </pc:spChg>
        <pc:spChg chg="del">
          <ac:chgData name="Loesberg, Jenna" userId="ac7a2a9b-e278-44b9-8357-d03c51807315" providerId="ADAL" clId="{93544B56-5117-4747-A40E-F9F174E32767}" dt="2025-11-07T02:16:36.312" v="2" actId="478"/>
          <ac:spMkLst>
            <pc:docMk/>
            <pc:sldMk cId="937323211" sldId="256"/>
            <ac:spMk id="3" creationId="{322B0BE0-7C94-E5DA-4E4B-791FF7D977F1}"/>
          </ac:spMkLst>
        </pc:spChg>
        <pc:spChg chg="add mod">
          <ac:chgData name="Loesberg, Jenna" userId="ac7a2a9b-e278-44b9-8357-d03c51807315" providerId="ADAL" clId="{93544B56-5117-4747-A40E-F9F174E32767}" dt="2025-11-07T02:22:47.503" v="388" actId="2085"/>
          <ac:spMkLst>
            <pc:docMk/>
            <pc:sldMk cId="937323211" sldId="256"/>
            <ac:spMk id="5" creationId="{AB2B784C-605C-C1C9-2CCC-0B23BEA0B41F}"/>
          </ac:spMkLst>
        </pc:spChg>
        <pc:spChg chg="add mod">
          <ac:chgData name="Loesberg, Jenna" userId="ac7a2a9b-e278-44b9-8357-d03c51807315" providerId="ADAL" clId="{93544B56-5117-4747-A40E-F9F174E32767}" dt="2025-11-07T02:31:46.651" v="571" actId="20577"/>
          <ac:spMkLst>
            <pc:docMk/>
            <pc:sldMk cId="937323211" sldId="256"/>
            <ac:spMk id="6" creationId="{2D7C3DBA-6A42-B4B9-513D-C092175BF401}"/>
          </ac:spMkLst>
        </pc:spChg>
        <pc:spChg chg="add mod">
          <ac:chgData name="Loesberg, Jenna" userId="ac7a2a9b-e278-44b9-8357-d03c51807315" providerId="ADAL" clId="{93544B56-5117-4747-A40E-F9F174E32767}" dt="2025-11-07T02:22:47.503" v="388" actId="2085"/>
          <ac:spMkLst>
            <pc:docMk/>
            <pc:sldMk cId="937323211" sldId="256"/>
            <ac:spMk id="7" creationId="{E1A504A4-99B3-3349-9329-066A2D8CA2D5}"/>
          </ac:spMkLst>
        </pc:spChg>
        <pc:spChg chg="add mod">
          <ac:chgData name="Loesberg, Jenna" userId="ac7a2a9b-e278-44b9-8357-d03c51807315" providerId="ADAL" clId="{93544B56-5117-4747-A40E-F9F174E32767}" dt="2025-11-07T02:28:37.559" v="525" actId="14100"/>
          <ac:spMkLst>
            <pc:docMk/>
            <pc:sldMk cId="937323211" sldId="256"/>
            <ac:spMk id="25" creationId="{B60A8AF6-57A8-3FD8-417D-F11D90084EBB}"/>
          </ac:spMkLst>
        </pc:spChg>
        <pc:spChg chg="add mod">
          <ac:chgData name="Loesberg, Jenna" userId="ac7a2a9b-e278-44b9-8357-d03c51807315" providerId="ADAL" clId="{93544B56-5117-4747-A40E-F9F174E32767}" dt="2025-11-07T02:28:45.868" v="528" actId="242"/>
          <ac:spMkLst>
            <pc:docMk/>
            <pc:sldMk cId="937323211" sldId="256"/>
            <ac:spMk id="29" creationId="{D5EAD78E-9A0B-C5F8-EFD7-218FDE8040CE}"/>
          </ac:spMkLst>
        </pc:spChg>
        <pc:spChg chg="add mod">
          <ac:chgData name="Loesberg, Jenna" userId="ac7a2a9b-e278-44b9-8357-d03c51807315" providerId="ADAL" clId="{93544B56-5117-4747-A40E-F9F174E32767}" dt="2025-11-07T02:31:00.040" v="558" actId="242"/>
          <ac:spMkLst>
            <pc:docMk/>
            <pc:sldMk cId="937323211" sldId="256"/>
            <ac:spMk id="42" creationId="{0AC7CA01-4492-FD2C-D25A-C8C0D6D82470}"/>
          </ac:spMkLst>
        </pc:spChg>
        <pc:graphicFrameChg chg="add mod modGraphic">
          <ac:chgData name="Loesberg, Jenna" userId="ac7a2a9b-e278-44b9-8357-d03c51807315" providerId="ADAL" clId="{93544B56-5117-4747-A40E-F9F174E32767}" dt="2025-11-07T02:28:09.235" v="521" actId="1076"/>
          <ac:graphicFrameMkLst>
            <pc:docMk/>
            <pc:sldMk cId="937323211" sldId="256"/>
            <ac:graphicFrameMk id="4" creationId="{74B1B78F-3FB7-53B6-9C27-870694989158}"/>
          </ac:graphicFrameMkLst>
        </pc:graphicFrameChg>
        <pc:graphicFrameChg chg="add mod modGraphic">
          <ac:chgData name="Loesberg, Jenna" userId="ac7a2a9b-e278-44b9-8357-d03c51807315" providerId="ADAL" clId="{93544B56-5117-4747-A40E-F9F174E32767}" dt="2025-11-07T02:31:03.781" v="559" actId="1076"/>
          <ac:graphicFrameMkLst>
            <pc:docMk/>
            <pc:sldMk cId="937323211" sldId="256"/>
            <ac:graphicFrameMk id="43" creationId="{CBBEC6E4-C298-14A5-722F-0805F8EC5128}"/>
          </ac:graphicFrameMkLst>
        </pc:graphicFrameChg>
        <pc:graphicFrameChg chg="add mod modGraphic">
          <ac:chgData name="Loesberg, Jenna" userId="ac7a2a9b-e278-44b9-8357-d03c51807315" providerId="ADAL" clId="{93544B56-5117-4747-A40E-F9F174E32767}" dt="2025-11-07T02:28:42.318" v="527" actId="14734"/>
          <ac:graphicFrameMkLst>
            <pc:docMk/>
            <pc:sldMk cId="937323211" sldId="256"/>
            <ac:graphicFrameMk id="44" creationId="{89EE10BD-3266-A7D8-6953-860D957FA67C}"/>
          </ac:graphicFrameMkLst>
        </pc:graphicFrameChg>
        <pc:graphicFrameChg chg="add mod modGraphic">
          <ac:chgData name="Loesberg, Jenna" userId="ac7a2a9b-e278-44b9-8357-d03c51807315" providerId="ADAL" clId="{93544B56-5117-4747-A40E-F9F174E32767}" dt="2025-11-07T02:30:45.388" v="554" actId="20577"/>
          <ac:graphicFrameMkLst>
            <pc:docMk/>
            <pc:sldMk cId="937323211" sldId="256"/>
            <ac:graphicFrameMk id="47" creationId="{36729215-A701-7E3D-D416-52E647997A52}"/>
          </ac:graphicFrameMkLst>
        </pc:graphicFrameChg>
        <pc:cxnChg chg="add mod">
          <ac:chgData name="Loesberg, Jenna" userId="ac7a2a9b-e278-44b9-8357-d03c51807315" providerId="ADAL" clId="{93544B56-5117-4747-A40E-F9F174E32767}" dt="2025-11-07T02:22:21.417" v="385" actId="1076"/>
          <ac:cxnSpMkLst>
            <pc:docMk/>
            <pc:sldMk cId="937323211" sldId="256"/>
            <ac:cxnSpMk id="9" creationId="{796053C6-61EB-C050-F6C9-7F3CFE17E975}"/>
          </ac:cxnSpMkLst>
        </pc:cxnChg>
        <pc:cxnChg chg="add mod">
          <ac:chgData name="Loesberg, Jenna" userId="ac7a2a9b-e278-44b9-8357-d03c51807315" providerId="ADAL" clId="{93544B56-5117-4747-A40E-F9F174E32767}" dt="2025-11-07T02:22:21.417" v="385" actId="1076"/>
          <ac:cxnSpMkLst>
            <pc:docMk/>
            <pc:sldMk cId="937323211" sldId="256"/>
            <ac:cxnSpMk id="12" creationId="{B3208B1E-D6D1-0C07-8373-4C71E5574CFF}"/>
          </ac:cxnSpMkLst>
        </pc:cxnChg>
        <pc:cxnChg chg="add mod">
          <ac:chgData name="Loesberg, Jenna" userId="ac7a2a9b-e278-44b9-8357-d03c51807315" providerId="ADAL" clId="{93544B56-5117-4747-A40E-F9F174E32767}" dt="2025-11-07T02:28:37.559" v="525" actId="14100"/>
          <ac:cxnSpMkLst>
            <pc:docMk/>
            <pc:sldMk cId="937323211" sldId="256"/>
            <ac:cxnSpMk id="21" creationId="{82F08FA4-F04C-0A44-C72B-FE2CB4F9A070}"/>
          </ac:cxnSpMkLst>
        </pc:cxnChg>
        <pc:cxnChg chg="add mod">
          <ac:chgData name="Loesberg, Jenna" userId="ac7a2a9b-e278-44b9-8357-d03c51807315" providerId="ADAL" clId="{93544B56-5117-4747-A40E-F9F174E32767}" dt="2025-11-07T02:23:00.739" v="391" actId="1076"/>
          <ac:cxnSpMkLst>
            <pc:docMk/>
            <pc:sldMk cId="937323211" sldId="256"/>
            <ac:cxnSpMk id="30" creationId="{5837C99F-A2EB-DDD7-9962-57763567401D}"/>
          </ac:cxnSpMkLst>
        </pc:cxnChg>
        <pc:cxnChg chg="add mod">
          <ac:chgData name="Loesberg, Jenna" userId="ac7a2a9b-e278-44b9-8357-d03c51807315" providerId="ADAL" clId="{93544B56-5117-4747-A40E-F9F174E32767}" dt="2025-11-07T02:31:13.643" v="562" actId="14100"/>
          <ac:cxnSpMkLst>
            <pc:docMk/>
            <pc:sldMk cId="937323211" sldId="256"/>
            <ac:cxnSpMk id="48" creationId="{E76071F6-D954-0459-34EF-650230D2D48D}"/>
          </ac:cxnSpMkLst>
        </pc:cxnChg>
        <pc:cxnChg chg="add mod">
          <ac:chgData name="Loesberg, Jenna" userId="ac7a2a9b-e278-44b9-8357-d03c51807315" providerId="ADAL" clId="{93544B56-5117-4747-A40E-F9F174E32767}" dt="2025-11-07T02:31:20.973" v="565" actId="14100"/>
          <ac:cxnSpMkLst>
            <pc:docMk/>
            <pc:sldMk cId="937323211" sldId="256"/>
            <ac:cxnSpMk id="50" creationId="{672D12BF-02B7-93CF-A540-DD22A3355309}"/>
          </ac:cxnSpMkLst>
        </pc:cxnChg>
      </pc:sldChg>
      <pc:sldMasterChg chg="addSldLayout">
        <pc:chgData name="Loesberg, Jenna" userId="ac7a2a9b-e278-44b9-8357-d03c51807315" providerId="ADAL" clId="{93544B56-5117-4747-A40E-F9F174E32767}" dt="2025-11-07T02:16:31.450" v="0" actId="680"/>
        <pc:sldMasterMkLst>
          <pc:docMk/>
          <pc:sldMasterMk cId="1841587006" sldId="2147483648"/>
        </pc:sldMasterMkLst>
        <pc:sldLayoutChg chg="add">
          <pc:chgData name="Loesberg, Jenna" userId="ac7a2a9b-e278-44b9-8357-d03c51807315" providerId="ADAL" clId="{93544B56-5117-4747-A40E-F9F174E32767}" dt="2025-11-07T02:16:31.450" v="0" actId="680"/>
          <pc:sldLayoutMkLst>
            <pc:docMk/>
            <pc:sldMasterMk cId="1841587006" sldId="2147483648"/>
            <pc:sldLayoutMk cId="121471699" sldId="214748364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C225B2-E80E-4639-8F46-8584723DB68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154F7E-4344-4602-B309-E5B36D3807C7}">
      <dgm:prSet phldrT="[Text]" phldr="0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dirty="0"/>
            <a:t>Influential traits</a:t>
          </a:r>
        </a:p>
      </dgm:t>
    </dgm:pt>
    <dgm:pt modelId="{5878FCDE-0E94-4A31-BE54-26DCECA61BF1}" type="parTrans" cxnId="{F7C410FC-AC07-426B-9632-3356A7E7A99C}">
      <dgm:prSet/>
      <dgm:spPr/>
      <dgm:t>
        <a:bodyPr/>
        <a:lstStyle/>
        <a:p>
          <a:endParaRPr lang="en-US"/>
        </a:p>
      </dgm:t>
    </dgm:pt>
    <dgm:pt modelId="{B4A98E5E-3527-44AD-B6A3-725BBEF61BE6}" type="sibTrans" cxnId="{F7C410FC-AC07-426B-9632-3356A7E7A99C}">
      <dgm:prSet/>
      <dgm:spPr/>
      <dgm:t>
        <a:bodyPr/>
        <a:lstStyle/>
        <a:p>
          <a:endParaRPr lang="en-US"/>
        </a:p>
      </dgm:t>
    </dgm:pt>
    <dgm:pt modelId="{18A2D057-0465-4241-9ABB-3DA4BBA5B1A2}">
      <dgm:prSet phldrT="[Text]" phldr="0"/>
      <dgm:spPr/>
      <dgm:t>
        <a:bodyPr/>
        <a:lstStyle/>
        <a:p>
          <a:r>
            <a:rPr lang="en-US" dirty="0"/>
            <a:t>Trait-fire Relationships</a:t>
          </a:r>
        </a:p>
      </dgm:t>
    </dgm:pt>
    <dgm:pt modelId="{3156AEBF-661F-43F8-9D19-18BB3D0C3AB6}" type="parTrans" cxnId="{39340CDC-A482-42EB-979E-DA24CB9F075E}">
      <dgm:prSet/>
      <dgm:spPr/>
      <dgm:t>
        <a:bodyPr/>
        <a:lstStyle/>
        <a:p>
          <a:endParaRPr lang="en-US"/>
        </a:p>
      </dgm:t>
    </dgm:pt>
    <dgm:pt modelId="{90B6B199-50F1-41D4-9884-46A06564D003}" type="sibTrans" cxnId="{39340CDC-A482-42EB-979E-DA24CB9F075E}">
      <dgm:prSet/>
      <dgm:spPr/>
      <dgm:t>
        <a:bodyPr/>
        <a:lstStyle/>
        <a:p>
          <a:endParaRPr lang="en-US"/>
        </a:p>
      </dgm:t>
    </dgm:pt>
    <dgm:pt modelId="{C18868B3-D234-413E-8CD4-7C05B5A72137}">
      <dgm:prSet phldrT="[Text]" phldr="0"/>
      <dgm:spPr/>
      <dgm:t>
        <a:bodyPr/>
        <a:lstStyle/>
        <a:p>
          <a:r>
            <a:rPr lang="en-US" dirty="0"/>
            <a:t>Trait-based Vulnerability Index</a:t>
          </a:r>
        </a:p>
      </dgm:t>
    </dgm:pt>
    <dgm:pt modelId="{1A93DE18-67A5-4F8A-9DB5-FC93D0D4BC27}" type="parTrans" cxnId="{42944721-DB10-4056-A6D1-CC8D9309AF1E}">
      <dgm:prSet/>
      <dgm:spPr/>
      <dgm:t>
        <a:bodyPr/>
        <a:lstStyle/>
        <a:p>
          <a:endParaRPr lang="en-US"/>
        </a:p>
      </dgm:t>
    </dgm:pt>
    <dgm:pt modelId="{E291C060-C366-47F1-8661-C181479E5FAE}" type="sibTrans" cxnId="{42944721-DB10-4056-A6D1-CC8D9309AF1E}">
      <dgm:prSet/>
      <dgm:spPr/>
      <dgm:t>
        <a:bodyPr/>
        <a:lstStyle/>
        <a:p>
          <a:endParaRPr lang="en-US"/>
        </a:p>
      </dgm:t>
    </dgm:pt>
    <dgm:pt modelId="{A4FC11A2-FCC9-40B3-AA16-885FA9E4F768}" type="pres">
      <dgm:prSet presAssocID="{D9C225B2-E80E-4639-8F46-8584723DB687}" presName="Name0" presStyleCnt="0">
        <dgm:presLayoutVars>
          <dgm:dir/>
          <dgm:animLvl val="lvl"/>
          <dgm:resizeHandles val="exact"/>
        </dgm:presLayoutVars>
      </dgm:prSet>
      <dgm:spPr/>
    </dgm:pt>
    <dgm:pt modelId="{E56F4B19-29E0-418A-8219-582CA68358D8}" type="pres">
      <dgm:prSet presAssocID="{2C154F7E-4344-4602-B309-E5B36D3807C7}" presName="parTxOnly" presStyleLbl="node1" presStyleIdx="0" presStyleCnt="3" custScaleX="299067">
        <dgm:presLayoutVars>
          <dgm:chMax val="0"/>
          <dgm:chPref val="0"/>
          <dgm:bulletEnabled val="1"/>
        </dgm:presLayoutVars>
      </dgm:prSet>
      <dgm:spPr/>
    </dgm:pt>
    <dgm:pt modelId="{BC70C7AD-24C6-4042-A3E9-C7EC0E5D470C}" type="pres">
      <dgm:prSet presAssocID="{B4A98E5E-3527-44AD-B6A3-725BBEF61BE6}" presName="parTxOnlySpace" presStyleCnt="0"/>
      <dgm:spPr/>
    </dgm:pt>
    <dgm:pt modelId="{6A766C1B-6313-456D-A52B-BBD68FEDD4AD}" type="pres">
      <dgm:prSet presAssocID="{18A2D057-0465-4241-9ABB-3DA4BBA5B1A2}" presName="parTxOnly" presStyleLbl="node1" presStyleIdx="1" presStyleCnt="3" custScaleX="331684" custLinFactNeighborX="-9105" custLinFactNeighborY="-6639">
        <dgm:presLayoutVars>
          <dgm:chMax val="0"/>
          <dgm:chPref val="0"/>
          <dgm:bulletEnabled val="1"/>
        </dgm:presLayoutVars>
      </dgm:prSet>
      <dgm:spPr/>
    </dgm:pt>
    <dgm:pt modelId="{D03C879D-396C-49FE-8EE8-6BFC70BC2F01}" type="pres">
      <dgm:prSet presAssocID="{90B6B199-50F1-41D4-9884-46A06564D003}" presName="parTxOnlySpace" presStyleCnt="0"/>
      <dgm:spPr/>
    </dgm:pt>
    <dgm:pt modelId="{F456BAC8-B77D-41C8-A644-32EF80F3650F}" type="pres">
      <dgm:prSet presAssocID="{C18868B3-D234-413E-8CD4-7C05B5A72137}" presName="parTxOnly" presStyleLbl="node1" presStyleIdx="2" presStyleCnt="3" custScaleX="297246">
        <dgm:presLayoutVars>
          <dgm:chMax val="0"/>
          <dgm:chPref val="0"/>
          <dgm:bulletEnabled val="1"/>
        </dgm:presLayoutVars>
      </dgm:prSet>
      <dgm:spPr/>
    </dgm:pt>
  </dgm:ptLst>
  <dgm:cxnLst>
    <dgm:cxn modelId="{42944721-DB10-4056-A6D1-CC8D9309AF1E}" srcId="{D9C225B2-E80E-4639-8F46-8584723DB687}" destId="{C18868B3-D234-413E-8CD4-7C05B5A72137}" srcOrd="2" destOrd="0" parTransId="{1A93DE18-67A5-4F8A-9DB5-FC93D0D4BC27}" sibTransId="{E291C060-C366-47F1-8661-C181479E5FAE}"/>
    <dgm:cxn modelId="{81E74E80-E822-41E9-8C80-A599FF9199DC}" type="presOf" srcId="{18A2D057-0465-4241-9ABB-3DA4BBA5B1A2}" destId="{6A766C1B-6313-456D-A52B-BBD68FEDD4AD}" srcOrd="0" destOrd="0" presId="urn:microsoft.com/office/officeart/2005/8/layout/chevron1"/>
    <dgm:cxn modelId="{9F3E76A4-F44F-4A1D-90BD-BE4E0D8C2170}" type="presOf" srcId="{D9C225B2-E80E-4639-8F46-8584723DB687}" destId="{A4FC11A2-FCC9-40B3-AA16-885FA9E4F768}" srcOrd="0" destOrd="0" presId="urn:microsoft.com/office/officeart/2005/8/layout/chevron1"/>
    <dgm:cxn modelId="{C275C5B5-7DE5-408C-B667-56BAEAAB9952}" type="presOf" srcId="{2C154F7E-4344-4602-B309-E5B36D3807C7}" destId="{E56F4B19-29E0-418A-8219-582CA68358D8}" srcOrd="0" destOrd="0" presId="urn:microsoft.com/office/officeart/2005/8/layout/chevron1"/>
    <dgm:cxn modelId="{617276CF-AE32-44E3-9DE3-DBC3C3D31E9E}" type="presOf" srcId="{C18868B3-D234-413E-8CD4-7C05B5A72137}" destId="{F456BAC8-B77D-41C8-A644-32EF80F3650F}" srcOrd="0" destOrd="0" presId="urn:microsoft.com/office/officeart/2005/8/layout/chevron1"/>
    <dgm:cxn modelId="{39340CDC-A482-42EB-979E-DA24CB9F075E}" srcId="{D9C225B2-E80E-4639-8F46-8584723DB687}" destId="{18A2D057-0465-4241-9ABB-3DA4BBA5B1A2}" srcOrd="1" destOrd="0" parTransId="{3156AEBF-661F-43F8-9D19-18BB3D0C3AB6}" sibTransId="{90B6B199-50F1-41D4-9884-46A06564D003}"/>
    <dgm:cxn modelId="{F7C410FC-AC07-426B-9632-3356A7E7A99C}" srcId="{D9C225B2-E80E-4639-8F46-8584723DB687}" destId="{2C154F7E-4344-4602-B309-E5B36D3807C7}" srcOrd="0" destOrd="0" parTransId="{5878FCDE-0E94-4A31-BE54-26DCECA61BF1}" sibTransId="{B4A98E5E-3527-44AD-B6A3-725BBEF61BE6}"/>
    <dgm:cxn modelId="{7BFB7AD9-E96F-43EB-B02A-BC84C8441A56}" type="presParOf" srcId="{A4FC11A2-FCC9-40B3-AA16-885FA9E4F768}" destId="{E56F4B19-29E0-418A-8219-582CA68358D8}" srcOrd="0" destOrd="0" presId="urn:microsoft.com/office/officeart/2005/8/layout/chevron1"/>
    <dgm:cxn modelId="{2196683C-F3D3-4156-AA2A-C02A3F06745A}" type="presParOf" srcId="{A4FC11A2-FCC9-40B3-AA16-885FA9E4F768}" destId="{BC70C7AD-24C6-4042-A3E9-C7EC0E5D470C}" srcOrd="1" destOrd="0" presId="urn:microsoft.com/office/officeart/2005/8/layout/chevron1"/>
    <dgm:cxn modelId="{40BCA160-F57E-4A07-BE90-C63006E7EFDA}" type="presParOf" srcId="{A4FC11A2-FCC9-40B3-AA16-885FA9E4F768}" destId="{6A766C1B-6313-456D-A52B-BBD68FEDD4AD}" srcOrd="2" destOrd="0" presId="urn:microsoft.com/office/officeart/2005/8/layout/chevron1"/>
    <dgm:cxn modelId="{ABFAED49-8D73-488D-A181-B5B8E9D1CB4D}" type="presParOf" srcId="{A4FC11A2-FCC9-40B3-AA16-885FA9E4F768}" destId="{D03C879D-396C-49FE-8EE8-6BFC70BC2F01}" srcOrd="3" destOrd="0" presId="urn:microsoft.com/office/officeart/2005/8/layout/chevron1"/>
    <dgm:cxn modelId="{93EBB436-51F9-435C-B279-13F48C2FCC90}" type="presParOf" srcId="{A4FC11A2-FCC9-40B3-AA16-885FA9E4F768}" destId="{F456BAC8-B77D-41C8-A644-32EF80F3650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F4B19-29E0-418A-8219-582CA68358D8}">
      <dsp:nvSpPr>
        <dsp:cNvPr id="0" name=""/>
        <dsp:cNvSpPr/>
      </dsp:nvSpPr>
      <dsp:spPr>
        <a:xfrm>
          <a:off x="1319" y="594144"/>
          <a:ext cx="3814025" cy="510123"/>
        </a:xfrm>
        <a:prstGeom prst="chevron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Influential traits</a:t>
          </a:r>
        </a:p>
      </dsp:txBody>
      <dsp:txXfrm>
        <a:off x="256381" y="594144"/>
        <a:ext cx="3303902" cy="510123"/>
      </dsp:txXfrm>
    </dsp:sp>
    <dsp:sp modelId="{6A766C1B-6313-456D-A52B-BBD68FEDD4AD}">
      <dsp:nvSpPr>
        <dsp:cNvPr id="0" name=""/>
        <dsp:cNvSpPr/>
      </dsp:nvSpPr>
      <dsp:spPr>
        <a:xfrm>
          <a:off x="3676203" y="560277"/>
          <a:ext cx="4229993" cy="5101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Trait-fire Relationships</a:t>
          </a:r>
        </a:p>
      </dsp:txBody>
      <dsp:txXfrm>
        <a:off x="3931265" y="560277"/>
        <a:ext cx="3719870" cy="510123"/>
      </dsp:txXfrm>
    </dsp:sp>
    <dsp:sp modelId="{F456BAC8-B77D-41C8-A644-32EF80F3650F}">
      <dsp:nvSpPr>
        <dsp:cNvPr id="0" name=""/>
        <dsp:cNvSpPr/>
      </dsp:nvSpPr>
      <dsp:spPr>
        <a:xfrm>
          <a:off x="7790277" y="594144"/>
          <a:ext cx="3790802" cy="5101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Trait-based Vulnerability Index</a:t>
          </a:r>
        </a:p>
      </dsp:txBody>
      <dsp:txXfrm>
        <a:off x="8045339" y="594144"/>
        <a:ext cx="3280679" cy="510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D72D-7CC4-61C3-38B5-85E5F6BED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6309F-1683-6686-C0E7-327955236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47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58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4B1B78F-3FB7-53B6-9C27-8706949891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069212"/>
              </p:ext>
            </p:extLst>
          </p:nvPr>
        </p:nvGraphicFramePr>
        <p:xfrm>
          <a:off x="71120" y="-300143"/>
          <a:ext cx="11582400" cy="1698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2B784C-605C-C1C9-2CCC-0B23BEA0B41F}"/>
              </a:ext>
            </a:extLst>
          </p:cNvPr>
          <p:cNvSpPr/>
          <p:nvPr/>
        </p:nvSpPr>
        <p:spPr>
          <a:xfrm>
            <a:off x="71120" y="2626360"/>
            <a:ext cx="1666240" cy="6807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Expert knowledge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C3DBA-6A42-B4B9-513D-C092175BF401}"/>
              </a:ext>
            </a:extLst>
          </p:cNvPr>
          <p:cNvSpPr/>
          <p:nvPr/>
        </p:nvSpPr>
        <p:spPr>
          <a:xfrm>
            <a:off x="2184400" y="2941320"/>
            <a:ext cx="1920240" cy="16052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PCA-informed </a:t>
            </a:r>
            <a:r>
              <a:rPr lang="en-US"/>
              <a:t>trait-fire associations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504A4-99B3-3349-9329-066A2D8CA2D5}"/>
              </a:ext>
            </a:extLst>
          </p:cNvPr>
          <p:cNvSpPr/>
          <p:nvPr/>
        </p:nvSpPr>
        <p:spPr>
          <a:xfrm>
            <a:off x="71120" y="3567853"/>
            <a:ext cx="1666240" cy="19879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Literature review and hypothesized trait relationships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053C6-61EB-C050-F6C9-7F3CFE17E97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737360" y="2966720"/>
            <a:ext cx="447040" cy="777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208B1E-D6D1-0C07-8373-4C71E5574CF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1737360" y="3743960"/>
            <a:ext cx="447040" cy="817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F08FA4-F04C-0A44-C72B-FE2CB4F9A070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 flipV="1">
            <a:off x="4104640" y="2348971"/>
            <a:ext cx="401320" cy="1394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60A8AF6-57A8-3FD8-417D-F11D90084EBB}"/>
              </a:ext>
            </a:extLst>
          </p:cNvPr>
          <p:cNvSpPr/>
          <p:nvPr/>
        </p:nvSpPr>
        <p:spPr>
          <a:xfrm>
            <a:off x="4505960" y="1114002"/>
            <a:ext cx="3017520" cy="24699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Species traits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EAD78E-9A0B-C5F8-EFD7-218FDE8040CE}"/>
              </a:ext>
            </a:extLst>
          </p:cNvPr>
          <p:cNvSpPr/>
          <p:nvPr/>
        </p:nvSpPr>
        <p:spPr>
          <a:xfrm>
            <a:off x="4505960" y="4064000"/>
            <a:ext cx="301752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Inferred vulnerability to fire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37C99F-A2EB-DDD7-9962-57763567401D}"/>
              </a:ext>
            </a:extLst>
          </p:cNvPr>
          <p:cNvCxnSpPr>
            <a:cxnSpLocks/>
            <a:stCxn id="6" idx="3"/>
            <a:endCxn id="29" idx="1"/>
          </p:cNvCxnSpPr>
          <p:nvPr/>
        </p:nvCxnSpPr>
        <p:spPr>
          <a:xfrm>
            <a:off x="4104640" y="3743960"/>
            <a:ext cx="401320" cy="1645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AC7CA01-4492-FD2C-D25A-C8C0D6D82470}"/>
              </a:ext>
            </a:extLst>
          </p:cNvPr>
          <p:cNvSpPr/>
          <p:nvPr/>
        </p:nvSpPr>
        <p:spPr>
          <a:xfrm>
            <a:off x="8239760" y="2029460"/>
            <a:ext cx="301752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Index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BBEC6E4-C298-14A5-722F-0805F8EC5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386486"/>
              </p:ext>
            </p:extLst>
          </p:nvPr>
        </p:nvGraphicFramePr>
        <p:xfrm>
          <a:off x="8417560" y="2492584"/>
          <a:ext cx="2661920" cy="206925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30960">
                  <a:extLst>
                    <a:ext uri="{9D8B030D-6E8A-4147-A177-3AD203B41FA5}">
                      <a16:colId xmlns:a16="http://schemas.microsoft.com/office/drawing/2014/main" val="1463732312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1950049499"/>
                    </a:ext>
                  </a:extLst>
                </a:gridCol>
              </a:tblGrid>
              <a:tr h="51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90719"/>
                  </a:ext>
                </a:extLst>
              </a:tr>
              <a:tr h="517314">
                <a:tc>
                  <a:txBody>
                    <a:bodyPr/>
                    <a:lstStyle/>
                    <a:p>
                      <a:r>
                        <a:rPr lang="en-US" dirty="0"/>
                        <a:t>Species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42495"/>
                  </a:ext>
                </a:extLst>
              </a:tr>
              <a:tr h="517314">
                <a:tc>
                  <a:txBody>
                    <a:bodyPr/>
                    <a:lstStyle/>
                    <a:p>
                      <a:r>
                        <a:rPr lang="en-US" dirty="0"/>
                        <a:t>Species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114384"/>
                  </a:ext>
                </a:extLst>
              </a:tr>
              <a:tr h="517314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12987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89EE10BD-3266-A7D8-6953-860D957FA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517949"/>
              </p:ext>
            </p:extLst>
          </p:nvPr>
        </p:nvGraphicFramePr>
        <p:xfrm>
          <a:off x="4674869" y="1511935"/>
          <a:ext cx="2700022" cy="19583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48448">
                  <a:extLst>
                    <a:ext uri="{9D8B030D-6E8A-4147-A177-3AD203B41FA5}">
                      <a16:colId xmlns:a16="http://schemas.microsoft.com/office/drawing/2014/main" val="1463732312"/>
                    </a:ext>
                  </a:extLst>
                </a:gridCol>
                <a:gridCol w="627200">
                  <a:extLst>
                    <a:ext uri="{9D8B030D-6E8A-4147-A177-3AD203B41FA5}">
                      <a16:colId xmlns:a16="http://schemas.microsoft.com/office/drawing/2014/main" val="1950049499"/>
                    </a:ext>
                  </a:extLst>
                </a:gridCol>
                <a:gridCol w="719243">
                  <a:extLst>
                    <a:ext uri="{9D8B030D-6E8A-4147-A177-3AD203B41FA5}">
                      <a16:colId xmlns:a16="http://schemas.microsoft.com/office/drawing/2014/main" val="2774837797"/>
                    </a:ext>
                  </a:extLst>
                </a:gridCol>
                <a:gridCol w="405131">
                  <a:extLst>
                    <a:ext uri="{9D8B030D-6E8A-4147-A177-3AD203B41FA5}">
                      <a16:colId xmlns:a16="http://schemas.microsoft.com/office/drawing/2014/main" val="3995526596"/>
                    </a:ext>
                  </a:extLst>
                </a:gridCol>
              </a:tblGrid>
              <a:tr h="54811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90719"/>
                  </a:ext>
                </a:extLst>
              </a:tr>
              <a:tr h="548111">
                <a:tc>
                  <a:txBody>
                    <a:bodyPr/>
                    <a:lstStyle/>
                    <a:p>
                      <a:r>
                        <a:rPr lang="en-US" sz="1200" dirty="0"/>
                        <a:t>Species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42495"/>
                  </a:ext>
                </a:extLst>
              </a:tr>
              <a:tr h="548111">
                <a:tc>
                  <a:txBody>
                    <a:bodyPr/>
                    <a:lstStyle/>
                    <a:p>
                      <a:r>
                        <a:rPr lang="en-US" sz="1200" dirty="0"/>
                        <a:t>Species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114384"/>
                  </a:ext>
                </a:extLst>
              </a:tr>
              <a:tr h="314007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12987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36729215-A701-7E3D-D416-52E647997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96909"/>
              </p:ext>
            </p:extLst>
          </p:nvPr>
        </p:nvGraphicFramePr>
        <p:xfrm>
          <a:off x="4664709" y="4561840"/>
          <a:ext cx="2700022" cy="19583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11531">
                  <a:extLst>
                    <a:ext uri="{9D8B030D-6E8A-4147-A177-3AD203B41FA5}">
                      <a16:colId xmlns:a16="http://schemas.microsoft.com/office/drawing/2014/main" val="1463732312"/>
                    </a:ext>
                  </a:extLst>
                </a:gridCol>
                <a:gridCol w="764117">
                  <a:extLst>
                    <a:ext uri="{9D8B030D-6E8A-4147-A177-3AD203B41FA5}">
                      <a16:colId xmlns:a16="http://schemas.microsoft.com/office/drawing/2014/main" val="1950049499"/>
                    </a:ext>
                  </a:extLst>
                </a:gridCol>
                <a:gridCol w="719243">
                  <a:extLst>
                    <a:ext uri="{9D8B030D-6E8A-4147-A177-3AD203B41FA5}">
                      <a16:colId xmlns:a16="http://schemas.microsoft.com/office/drawing/2014/main" val="2774837797"/>
                    </a:ext>
                  </a:extLst>
                </a:gridCol>
                <a:gridCol w="405131">
                  <a:extLst>
                    <a:ext uri="{9D8B030D-6E8A-4147-A177-3AD203B41FA5}">
                      <a16:colId xmlns:a16="http://schemas.microsoft.com/office/drawing/2014/main" val="3995526596"/>
                    </a:ext>
                  </a:extLst>
                </a:gridCol>
              </a:tblGrid>
              <a:tr h="54811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90719"/>
                  </a:ext>
                </a:extLst>
              </a:tr>
              <a:tr h="548111">
                <a:tc>
                  <a:txBody>
                    <a:bodyPr/>
                    <a:lstStyle/>
                    <a:p>
                      <a:r>
                        <a:rPr lang="en-US" sz="1200" dirty="0"/>
                        <a:t>Species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42495"/>
                  </a:ext>
                </a:extLst>
              </a:tr>
              <a:tr h="548111">
                <a:tc>
                  <a:txBody>
                    <a:bodyPr/>
                    <a:lstStyle/>
                    <a:p>
                      <a:r>
                        <a:rPr lang="en-US" sz="1200" dirty="0"/>
                        <a:t>Species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114384"/>
                  </a:ext>
                </a:extLst>
              </a:tr>
              <a:tr h="314007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12987"/>
                  </a:ext>
                </a:extLst>
              </a:tr>
            </a:tbl>
          </a:graphicData>
        </a:graphic>
      </p:graphicFrame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6071F6-D954-0459-34EF-650230D2D48D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7543800" y="2209429"/>
            <a:ext cx="695960" cy="114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72D12BF-02B7-93CF-A540-DD22A3355309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7523480" y="3355340"/>
            <a:ext cx="716280" cy="1990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32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Loesberg, Jenna</dc:creator>
  <cp:lastModifiedBy>Loesberg, Jenna</cp:lastModifiedBy>
  <cp:revision>1</cp:revision>
  <dcterms:created xsi:type="dcterms:W3CDTF">2025-11-07T02:16:27Z</dcterms:created>
  <dcterms:modified xsi:type="dcterms:W3CDTF">2025-11-07T02:31:52Z</dcterms:modified>
</cp:coreProperties>
</file>